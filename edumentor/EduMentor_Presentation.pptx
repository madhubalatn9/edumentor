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1E293B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AI-Powered Course Generation &amp; Personalized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Flask  •  Groq LLM  •  Llama 3.3 70B  •  SQLite  •  Piston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Project Presentation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📌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Traditional learning platforms suffer from critical challenges: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1737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📦 Static, One-Size-Fits-All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Fixed curricula that cannot adapt to individual learner's pace, prior knowledge, or specific goals. Beginners and advanced learners receive identical content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920240"/>
            <a:ext cx="5029200" cy="1737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🚫 No Dynamic Course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Creating quality courses requires significant manual effort by educators. Niche topics have very limited options available on existing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029200" cy="1737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🔀 Fragmented Learning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Students juggle multiple disconnected platforms — one for courses, another for coding practice, another for quizzes, and another for interview prep.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931920"/>
            <a:ext cx="5029200" cy="1737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🎯 Inadequate Interview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663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Aspiring developers lack structured, realistic interview practice with immediate AI feedback, often relying on expensive coaching or scattered free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💡 Proposed Solution – EduMentor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822960"/>
          </a:xfrm>
          <a:prstGeom prst="roundRect">
            <a:avLst/>
          </a:prstGeom>
          <a:solidFill>
            <a:srgbClr val="F3F3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EduMentor is an AI-powered web platform built around Dynamic Course Generation using LLMs.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334155"/>
                </a:solidFill>
                <a:latin typeface="Calibri"/>
              </a:defRPr>
            </a:pPr>
            <a:r>
              <a:t>It generates complete, structured courses tailored to any skill, level, and duration —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AI Course</a:t>
            </a:r>
            <a:br/>
            <a:r>
              <a:t>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Personalized module-by-module</a:t>
            </a:r>
            <a:br/>
            <a:r>
              <a:t>courses with dynamic lessons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Smart Coding</a:t>
            </a:r>
            <a:br/>
            <a:r>
              <a:t>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AI-generated problems with</a:t>
            </a:r>
            <a:br/>
            <a:r>
              <a:t>multi-engine code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Adaptive</a:t>
            </a:r>
            <a:br/>
            <a:r>
              <a:t>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MCQ tests with instant AI</a:t>
            </a:r>
            <a:br/>
            <a:r>
              <a:t>grading and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Interview</a:t>
            </a:r>
            <a:br/>
            <a:r>
              <a:t>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Mock interviews with AI</a:t>
            </a:r>
            <a:br/>
            <a:r>
              <a:t>evaluation and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Learning</a:t>
            </a:r>
            <a:br/>
            <a:r>
              <a:t>Roadmaps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Week-by-week structured</a:t>
            </a:r>
            <a:br/>
            <a:r>
              <a:t>learning plans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560320"/>
            <a:ext cx="169164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32918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Progress</a:t>
            </a:r>
            <a:br/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4114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Unified analytics across</a:t>
            </a:r>
            <a:br/>
            <a:r>
              <a:t>all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🎯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Build an AI-powered course generation system that creates personalized, structured courses for any technical skill in seconds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Provide an integrated environment where learners can study, code, test, and prepare for interviews — from a single platform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Leverage free and open-source AI services (Groq LLM with Llama 3.3 70B, Piston API) for cost-effective accessibility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Implement dynamic lesson content generation — lessons are only generated when the user clicks on them, reducing upfront compute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Track and visualize learner progress with aggregated analytics to encourage consistency and self-improvement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Demonstrate the practical application of Large Language Models in the Education Technology domain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334155"/>
                </a:solidFill>
                <a:latin typeface="Calibri"/>
              </a:defRPr>
            </a:pPr>
            <a:r>
              <a:t>✅  Support multi-engine code execution with cascading fallback strategy (Piston → Judge0 → AI Simulation)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86400"/>
            <a:ext cx="10881360" cy="640080"/>
          </a:xfrm>
          <a:prstGeom prst="roundRect">
            <a:avLst/>
          </a:prstGeom>
          <a:solidFill>
            <a:srgbClr val="F3F3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Key Innovation: Every course, problem, quiz, and interview question is generated dynamically by AI — no pre-authored static content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⚙️ Technology Stack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Python +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3.x / 3.0.0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7451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Micro web framework with Blueprints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39"/>
            <a:ext cx="10881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77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77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SQLite + 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77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3.1.1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ORM-based data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80360"/>
            <a:ext cx="10881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Flask-Login + Flask-Bcrypt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80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0.6.3 / 1.0.1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880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Sessions, bcrypt password hashing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83280"/>
            <a:ext cx="10881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Groq API (Llama 3.3 70B)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0.11.0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383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AI content generation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886200"/>
            <a:ext cx="10881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Code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Piston API + Judge0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886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Sandboxed execution (8 languages)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389120"/>
            <a:ext cx="10881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HTML5, CSS3, Vanilla 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Jinja2 templating, custom design 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92040"/>
            <a:ext cx="10881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Google Fonts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892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Inter (UI) + JetBrains Mono (code)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94960"/>
            <a:ext cx="10881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Environment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python-dotenv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1.0.1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949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Secure API key management via .env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🏗️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80160"/>
            <a:ext cx="393192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3258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👤 User (Browser)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⬇ 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667512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Flask Application Server (Werkzeug WSGI)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📄 Jinja2 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9 HTML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3832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🔗 Flask Blueprints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8 route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3832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🗃️ SQLAlchemy 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7 database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🤖 Groq LLM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Llama 3.3 70B Versatile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7548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⚡ Piston / Judge0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Code Execution Engines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754880"/>
            <a:ext cx="3200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💾 SQLite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edumentor.db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Pattern: Application Factory (create_app) → Modular Blueprints → RESTful JSON APIs → Async Frontend Fetch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📁 Project Directory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onsolas"/>
              </a:defRPr>
            </a:pPr>
            <a:r>
              <a:t>edumentor/</a:t>
            </a:r>
            <a:br/>
            <a:r>
              <a:t>├── app.py             # App factory (create_app)</a:t>
            </a:r>
            <a:br/>
            <a:r>
              <a:t>├── config.py          # Config class (.env loading)</a:t>
            </a:r>
            <a:br/>
            <a:r>
              <a:t>├── models.py          # 7 database models</a:t>
            </a:r>
            <a:br/>
            <a:r>
              <a:t>├── requirements.txt   # 8 Python dependencies</a:t>
            </a:r>
            <a:br/>
            <a:r>
              <a:t>├── .env               # API keys (secret)</a:t>
            </a:r>
            <a:br/>
            <a:r>
              <a:t>├── routes/</a:t>
            </a:r>
            <a:br/>
            <a:r>
              <a:t>│   ├── auth.py        # Login / Register / Logout</a:t>
            </a:r>
            <a:br/>
            <a:r>
              <a:t>│   ├── main.py        # Dashboard routing</a:t>
            </a:r>
            <a:br/>
            <a:r>
              <a:t>│   ├── roadmap.py     # Roadmap CRUD + AI</a:t>
            </a:r>
            <a:br/>
            <a:r>
              <a:t>│   ├── course.py      # Course generation</a:t>
            </a:r>
            <a:br/>
            <a:r>
              <a:t>│   ├── ide.py         # Code execution + eval</a:t>
            </a:r>
            <a:br/>
            <a:r>
              <a:t>│   ├── quiz.py        # Quiz engine</a:t>
            </a:r>
            <a:br/>
            <a:r>
              <a:t>│   ├── interview.py   # Interview prep</a:t>
            </a:r>
            <a:br/>
            <a:r>
              <a:t>│   └── progress.py    # Analytics API</a:t>
            </a:r>
            <a:br/>
            <a:r>
              <a:t>├── templates/         # 9 Jinja2 HTML files</a:t>
            </a:r>
            <a:br/>
            <a:r>
              <a:t>├── static/css/        # Custom design system</a:t>
            </a:r>
            <a:br/>
            <a:r>
              <a:t>├── static/js/         # Client-side utilities</a:t>
            </a:r>
            <a:br/>
            <a:r>
              <a:t>└── instance/          # SQLite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3035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🏭 Application Factory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create_app() in app.py initializes Flask, registers all 8 Blueprints, configures extensions (SQLAlchemy, Login, Bcrypt), and creates database tables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80360"/>
            <a:ext cx="53035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🔌 Blueprint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29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Each feature is a self-contained Flask Blueprint with its own routes and API endpoints. Total: 8 blueprints with 19 routes across all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389120"/>
            <a:ext cx="53035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🎨 Template Inheritance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5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base.html provides the master layout with sidebar navigation and topbar. All 8 pages extend it using Jinja2's {% extends 'base.html' %} pattern.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🗄️ Database Models (SQLAlchemy ORM)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username, email, password_hash, skill,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roadmaps, sessions, quizzes, courses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3172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roadmaps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user_id, skill, level, content (JSON)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User (FK)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80360"/>
            <a:ext cx="108813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CodingSession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coding_sessions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user_id, problem_title, user_code,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User (FK)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2900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29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Quiz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quizzes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29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user_id, skill, questions (JSON),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29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User (FK)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77639"/>
            <a:ext cx="108813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7763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InterviewSession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interview_sessions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user_id, skill, level, questions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User (FK)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52628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26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courses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526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user_id, title, structure (JSON), completed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User, → LessonContent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074920"/>
            <a:ext cx="108813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LessonContent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lesson_contents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074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id, course_id, module_id, lesson_id,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← Course (FK, cascade)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760720"/>
            <a:ext cx="10881360" cy="640080"/>
          </a:xfrm>
          <a:prstGeom prst="roundRect">
            <a:avLst/>
          </a:prstGeom>
          <a:solidFill>
            <a:srgbClr val="F3F3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366F1"/>
                </a:solidFill>
                <a:latin typeface="Calibri"/>
              </a:defRPr>
            </a:pPr>
            <a:r>
              <a:t>Design: Complex AI-generated data stored as serialized JSON in TEXT columns. Flexible schema for dynamic AI output while maintaining relational integrity via foreign keys.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🤖 AI / LLM Integration (Groq + Llama 3.3)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⚡ Why Groq?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Groq's custom LPU™ hardware delivers the fastest LLM inference available. The free tier with Llama 3.3 70B (70 billion parameters) provides high-quality, cost-effective AI generation for all platform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53035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📋 Structured JSON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AI prompts request structured JSON responses. A _clean_json() utility strips markdown code fences before json.loads() parsing. System prompts enforce 'Return valid JSON only, no markdown.'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035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Course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Creates full curriculum outlines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53035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Lesson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Dynamic lesson content on-demand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88920"/>
            <a:ext cx="53035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88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Roadmap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Week-by-week learning plans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46120"/>
            <a:ext cx="53035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Problem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Coding challenges with starter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03320"/>
            <a:ext cx="53035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Code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Scores, feedback, complexity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53035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Quiz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MCQs with answer explanations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17720"/>
            <a:ext cx="53035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617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Interview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617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Technical / behavioral Q&amp;A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74920"/>
            <a:ext cx="53035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074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Answer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Grades, strengths, improvements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📚 Core Feature: Dynamic Course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4155"/>
                </a:solidFill>
                <a:latin typeface="Calibri"/>
              </a:defRPr>
            </a:pPr>
            <a:r>
              <a:t>Two-phase generation strategy to minimize compute and maximize responsiveness: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2743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Phase 1 — Outline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User inputs: skill, level, module count (3–10)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AI generates full curriculum structure as JSON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Each lesson: title, type (theory/practice/project), duration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Rendered as interactive tree with collapsible modules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• Endpoint: POST /api/course/generate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2743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2 — Lazy Lesson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Lesson content NOT generated upfront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Generated on-demand when user clicks a lesson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Content: text, code examples, exercises, takeaways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Saved courses cache content in LessonContent table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• Endpoint: POST /api/course/generate-lesson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164592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📝 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754880"/>
            <a:ext cx="164592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🤖 AI Outline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754880"/>
            <a:ext cx="164592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🖱️ Click Lesson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754880"/>
            <a:ext cx="164592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⚡ AI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4754880"/>
            <a:ext cx="164592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💾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💻 Smart Coding IDE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🥇 Priority 1: Piston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Free, no API key needed. Sandboxed execution via emkc.org. Supports 8 languages with compile + run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4864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🥈 Priority 2: Judge0 (RapidAPI)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Used when Piston fails. Base64-encoded I/O. Requires JUDGE0_API_KEY configured in .env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4864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🥉 Priority 3: AI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Groq LLM 'mentally executes' code and returns expected output. Ultimate last-resort fallback.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Supported Languages (8)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🐍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8288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📜 JavaScript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☕ Java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2860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⚙️ C++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432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🔧 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7432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🦫 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004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🦀 Rust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200400"/>
            <a:ext cx="2286000" cy="365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📘 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AI Evaluation JSON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97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onsolas"/>
              </a:defRPr>
            </a:pPr>
            <a:r>
              <a:t>{</a:t>
            </a:r>
            <a:br/>
            <a:r>
              <a:t>  "score": 85,</a:t>
            </a:r>
            <a:br/>
            <a:r>
              <a:t>  "correct": true,</a:t>
            </a:r>
            <a:br/>
            <a:r>
              <a:t>  "feedback": "Good solution...",</a:t>
            </a:r>
            <a:br/>
            <a:r>
              <a:t>  "improvements": ["Use const..."],</a:t>
            </a:r>
            <a:br/>
            <a:r>
              <a:t>  "time_complexity": "O(n)",</a:t>
            </a:r>
            <a:br/>
            <a:r>
              <a:t>  "space_complexity": "O(1)"</a:t>
            </a:r>
            <a:br/>
            <a: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📝 Adaptive Quiz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How It Works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User selects skill, level, optional topic, question count (up to 20)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AI generates MCQs with 4 options (A–D), correct answer, explanation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Quiz auto-saved to database on generation for history tracking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User answers submitted via POST /api/quiz/submit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Server-side grading: compares user answer with correct answer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Returns: score, total, percentage, per-question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846320"/>
            <a:ext cx="5486400" cy="731520"/>
          </a:xfrm>
          <a:prstGeom prst="roundRect">
            <a:avLst/>
          </a:prstGeom>
          <a:solidFill>
            <a:srgbClr val="F3F3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Data Flow: Generate → Save to DB → User answers → Submit → Server grades → Update score → Return results with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AI Response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onsolas"/>
              </a:defRPr>
            </a:pPr>
            <a:r>
              <a:t>[{</a:t>
            </a:r>
            <a:br/>
            <a:r>
              <a:t>  "id": 1,</a:t>
            </a:r>
            <a:br/>
            <a:r>
              <a:t>  "question": "What is a closure?",</a:t>
            </a:r>
            <a:br/>
            <a:r>
              <a:t>  "options": [</a:t>
            </a:r>
            <a:br/>
            <a:r>
              <a:t>    "A) A function...",</a:t>
            </a:r>
            <a:br/>
            <a:r>
              <a:t>    "B) A variable...",</a:t>
            </a:r>
            <a:br/>
            <a:r>
              <a:t>    "C) A class...",</a:t>
            </a:r>
            <a:br/>
            <a:r>
              <a:t>    "D) An object..."</a:t>
            </a:r>
            <a:br/>
            <a:r>
              <a:t>  ],</a:t>
            </a:r>
            <a:br/>
            <a:r>
              <a:t>  "correct_answer": "A",</a:t>
            </a:r>
            <a:br/>
            <a:r>
              <a:t>  "explanation": "A closure is..."</a:t>
            </a:r>
            <a:br/>
            <a:r>
              <a:t>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54880"/>
            <a:ext cx="50292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074920"/>
            <a:ext cx="5029200" cy="320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/quiz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94959"/>
            <a:ext cx="5029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3949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3949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/api/quiz/generate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715000"/>
            <a:ext cx="5029200" cy="320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/api/quiz/submit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🎯 AI Interview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Features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Generates Technical, Behavioral, and System Design questions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Up to 15 questions per session, fully configurable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Each question: model answer, key points, follow-up questions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Users submit their own answers for AI evaluation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• AI scores on a 0–10 scale with grade, strengths,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17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1. Generate → POST /api/interview/generate</a:t>
            </a:r>
            <a:br/>
            <a:r>
              <a:t>   Groq LLM creates questions → Saved to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2. Practice → User reads questions, views</a:t>
            </a:r>
            <a:br/>
            <a:r>
              <a:t>   model answers, prepares responses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063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3. Evaluate → POST /api/interview/evaluate-answer</a:t>
            </a:r>
            <a:br/>
            <a:r>
              <a:t>   User answer + model answer → LLM →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Evaluation JSON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onsolas"/>
              </a:defRPr>
            </a:pPr>
            <a:r>
              <a:t>{</a:t>
            </a:r>
            <a:br/>
            <a:r>
              <a:t>  "score": 8,</a:t>
            </a:r>
            <a:br/>
            <a:r>
              <a:t>  "grade": "Good",</a:t>
            </a:r>
            <a:br/>
            <a:r>
              <a:t>  "feedback": "Strong understanding...",</a:t>
            </a:r>
            <a:br/>
            <a:r>
              <a:t>  "strengths": ["Clear explanation"],</a:t>
            </a:r>
            <a:br/>
            <a:r>
              <a:t>  "improvements": ["Add examples"]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🗺️ Learning Roadmaps &amp; 📈 Progress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560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Roadmap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User inputs: skill, level, duration (weeks)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AI generates week-by-week learning plan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Each week: topics, resources, projects, goals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Full CRUD: generate, save, load, delete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Stored as serialized JSON in Roadmap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Progress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Aggregated stats across all modules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Weekly quiz score trends (last 8 weeks)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Activity breakdown by module type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Coding sessions pass rate tracking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Average quiz score calculation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256032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Calibri"/>
              </a:defRPr>
            </a:pPr>
            <a:r>
              <a:t>Roadmaps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Count 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389120"/>
            <a:ext cx="256032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Sessions + pass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89120"/>
            <a:ext cx="256032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A5E9"/>
                </a:solidFill>
                <a:latin typeface="Calibri"/>
              </a:defRPr>
            </a:pPr>
            <a:r>
              <a:t>Quizzes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Avg score +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389120"/>
            <a:ext cx="256032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Interviews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Session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🔐 Authentication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Username + email uniqueness check → Password hashed with bcrypt + salt → User created → Auto-login via Flask-Login session cookie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39"/>
            <a:ext cx="5486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Username lookup → bcrypt.check_password_hash() verification → Session created with 'Remember Me' → Redirect to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5486400" cy="914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Route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All protected routes decorated with @login_required. Unauthorized access redirects to login page with flash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Passwords hashed with bcrypt (salt + iterative hashing)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API keys stored in .env file, never in source code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Flask SECRET_KEY for session cookie encryption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All API endpoints require authenticated session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User data isolation via user_id foreign keys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CSRF protection via Flask session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🎨 Frontend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Custom CSS Design System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CSS Custom Properties (variables) for consistent theming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Dark theme with glassmorphism (backdrop-filter: blur)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Animated floating orbs on landing page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Responsive grid layouts with @media breakpoints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Component library: cards, buttons, forms, badges, toasts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Smooth animations: fadeInUp, slideDown, spin, 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Color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64008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38912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Secondary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4389120"/>
            <a:ext cx="640080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999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Cyan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38912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38912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38912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9" y="4389120"/>
            <a:ext cx="64008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4389120"/>
            <a:ext cx="640080" cy="640080"/>
          </a:xfrm>
          <a:prstGeom prst="round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5074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Template Architecture (Jinja2)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155"/>
                </a:solidFill>
                <a:latin typeface="Calibri"/>
              </a:defRPr>
            </a:pPr>
            <a:r>
              <a:t>base.html → Master layout (sidebar + topbar)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index.html → Landing page / Auth forms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dashboard.html → User dashboard with stats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roadmap.html → Roadmap generator UI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course.html → Dynamic course generator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ide.html → Coding IDE interface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quiz.html → Quiz engine UI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interview.html → Interview prep UI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progress.html →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JavaScript (Vanilla — No Frameworks)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Toast notification system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AJAX via fetch() — zero dependencies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Sidebar toggle for mobile responsiveness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Tab key insertion in code editor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🔗 API Endpoints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280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280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User login with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286000" y="2148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48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1488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Create account + auto-login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1460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14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286000" y="2514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514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/logout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5146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Destroy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8036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80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03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/api/course/generate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8803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generates curriculum outline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24612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46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2286000" y="32461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246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/api/course/generate-lesson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2461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Dynamic lesson content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61188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11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2286000" y="3611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611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/api/course/save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6118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Save course to database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97764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977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977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977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/api/ide/generate-problem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9776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generates coding problem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34340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2286000" y="4343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343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/api/ide/execute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3434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Run code (Piston→Judge0→AI)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228600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709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/api/ide/evaluate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7091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evaluates solution quality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07492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Quiz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5074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5074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/api/quiz/generate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0749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Generate MCQ questions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544068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2286000" y="5440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5440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/api/quiz/submit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4406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Submit answers, get scores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5806440"/>
            <a:ext cx="10881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806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Interview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806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80" y="5806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/api/interview/generate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5806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Generate interview questions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6172200"/>
            <a:ext cx="1088136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172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6172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6172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onsolas"/>
              </a:defRPr>
            </a:pPr>
            <a:r>
              <a:t>/api/progress/stats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61722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Get aggregated analytics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🚀 Innovation &amp; Uniqueness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🧠 AI-Generated Courses On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 structured courses generated in real-time by AI — no pre-authored content needed. This is the key differentiator.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♾️ Infinite Course Variety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Supports any skill at any difficulty level. Users can generate courses on niche topics no existing platform covers.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🔄 Lazy Lesson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Lesson content generated on-click, not upfront. Reduces compute costs and response time. Cached after first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🏠 Unified Learning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89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Combines courses, coding, quizzes, interviews, and progress tracking — unlike platforms that specialize in one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⚡ Multi-Engine Code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89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Cascading fallback strategy (Piston → Judge0 → AI) ensures code always runs regardless of API availability.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657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💰 Cost-Effective AI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389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Uses free Groq API with Llama 3.3 70B — one of the most capable open-source LLMs, eliminating expensive API costs.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Calibri"/>
              </a:defRPr>
            </a:pPr>
            <a:r>
              <a:t>🔮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3200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Short-Term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Course export as PDF for offline study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Gamification: badges, streaks, leaderboards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Collaborative learning with study groups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Video-based explanations in courses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3200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Long-Term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GitHub integration for project-based learning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Mobile app (React Native / Flutter)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Multi-language UI support (Hindi, Spanish, etc.)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t>✅  Production: PostgreSQL + Gunicorn + Nginx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10881360" cy="914400"/>
          </a:xfrm>
          <a:prstGeom prst="roundRect">
            <a:avLst/>
          </a:prstGeom>
          <a:solidFill>
            <a:srgbClr val="F3F3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Calibri"/>
              </a:defRPr>
            </a:pPr>
            <a:r>
              <a:t>Scalability Path: SQLite → PostgreSQL  |  Werkzeug → Gunicorn/Nginx  |  Session Auth → JWT Tokens  |  Single Server → Docker + Kubernetes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EduMentor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1E293B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366F1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4155"/>
                </a:solidFill>
                <a:latin typeface="Calibri"/>
              </a:defRPr>
            </a:pPr>
            <a:r>
              <a:t>EduMentor — AI-Powered Course Generation &amp; Personalized Learning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Python + Flask  •  Groq LLM  •  Llama 3.3 70B  •  SQLite  •  Piston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